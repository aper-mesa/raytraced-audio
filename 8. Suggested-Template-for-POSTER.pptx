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1566863" indent="-1109663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3133725" indent="-221932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4702175" indent="-333057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6269038" indent="-4440238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346" y="60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6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13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70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27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837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405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23A0D-7767-EBA4-A278-9FD14D00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BF241A-BEE4-49CE-9830-77C98A6B929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E964-6FE3-1AAD-F432-F38333BB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46F86-25B9-CE62-84A7-01EDB474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71DB3-B30A-4CB5-9626-683239C15A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1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8D02-1C5F-4790-6F15-79E57A3D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2A4721-5FA3-4C7F-A533-91AD83EAC035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CD8E-C3C5-4FEE-D54B-FD8AE691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AC6FD-6AB0-F0BF-6E3E-041AF63A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C7E2C-D4D0-45B7-9ED6-09BD38F26B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8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3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1pPr>
            <a:lvl2pPr marL="156751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3135020" indent="0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3pPr>
            <a:lvl4pPr marL="470253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627004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783755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940506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031D-43C7-59B0-6A52-1A4D186D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A7F9F8-FB4F-4F6A-978B-B003158CB803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2D9D-AAC9-1C77-5225-34D966CD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81AA-7073-A871-48FE-8E23F82F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87312-E14A-446A-AE78-B11924E0E8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15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927B79-3C2F-FF7D-ABF9-1AFB5F52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341AA4-438C-49BA-9260-34F3C23A017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838C83-5F52-EA01-B8F0-9F859909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149A6C-365F-C7F6-69A2-FF1C7904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211F2-14AE-4AAD-8477-7764735406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30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4912362"/>
            <a:ext cx="14550390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6959600"/>
            <a:ext cx="14550390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5470A02-E527-4B9A-FE18-00F03F0B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88CDE4-8774-430C-9D48-AF4508BF814E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A15AFB-2B8D-0D42-A212-D9D07A25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671745-7E4F-A2BE-B741-A9BEA60E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249586-1B67-43EA-B02C-75DB93414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68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E0CB2FF-44A0-F7C2-A70D-ECAA4E32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F5088B-73E0-4F05-8534-61655A5C0D68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F530DB-6CF5-6CEE-4D64-447B1526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28C390-E52B-21E5-838E-5FB26B33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6A9D9-2818-4308-B18E-453A076C42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12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3D960D-4130-C98B-211F-2D37B0A9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D0DDB3-FBCB-4827-9DC0-A5A617405BC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1B9257-74A0-E843-3667-B1E61F39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40D157-9437-E425-4363-677808DD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452C3-702C-438A-B42E-2C33835957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25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873760"/>
            <a:ext cx="10829927" cy="3718560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11000"/>
            </a:lvl1pPr>
            <a:lvl2pPr>
              <a:defRPr sz="9600"/>
            </a:lvl2pPr>
            <a:lvl3pPr>
              <a:defRPr sz="82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4592321"/>
            <a:ext cx="10829927" cy="15011402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BDB12BB-B9C5-A47E-3F46-2E5823AE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967BAF-2CB0-4355-98E7-2197F075F23D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AF47DF-5A4F-8479-62BA-8D87AD51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03DF86-DA4D-73C7-C7D2-B8183781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AC5B0-4814-40D2-809B-A7006985C2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35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0" cy="1813562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 rtlCol="0">
            <a:normAutofit/>
          </a:bodyPr>
          <a:lstStyle>
            <a:lvl1pPr marL="0" indent="0">
              <a:buNone/>
              <a:defRPr sz="11000"/>
            </a:lvl1pPr>
            <a:lvl2pPr marL="1567510" indent="0">
              <a:buNone/>
              <a:defRPr sz="9600"/>
            </a:lvl2pPr>
            <a:lvl3pPr marL="3135020" indent="0">
              <a:buNone/>
              <a:defRPr sz="8200"/>
            </a:lvl3pPr>
            <a:lvl4pPr marL="4702531" indent="0">
              <a:buNone/>
              <a:defRPr sz="6900"/>
            </a:lvl4pPr>
            <a:lvl5pPr marL="6270041" indent="0">
              <a:buNone/>
              <a:defRPr sz="6900"/>
            </a:lvl5pPr>
            <a:lvl6pPr marL="7837551" indent="0">
              <a:buNone/>
              <a:defRPr sz="6900"/>
            </a:lvl6pPr>
            <a:lvl7pPr marL="9405061" indent="0">
              <a:buNone/>
              <a:defRPr sz="6900"/>
            </a:lvl7pPr>
            <a:lvl8pPr marL="10972571" indent="0">
              <a:buNone/>
              <a:defRPr sz="6900"/>
            </a:lvl8pPr>
            <a:lvl9pPr marL="12540082" indent="0">
              <a:buNone/>
              <a:defRPr sz="6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0" cy="2575558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327F48-BE52-266B-6FBD-8C15C835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574395-E4B1-4E34-AD2E-07D0B1ACF63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055543-6D1B-36F1-963D-CEBC1156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C8B1F9-1030-C487-5A54-B208C698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7AF00-1EFB-4B56-846D-4128AC774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1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3E99-14BE-C4FA-6BC2-85BA0796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4EF1C5-8F93-4B80-9045-CEEBF0004D8C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1216-F3BA-2DE7-467D-FFD149D5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31FF-38FF-51AD-4328-8EA8FA79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46D72-DA67-4071-B76F-C7A9B4FF31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98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0" y="878843"/>
            <a:ext cx="740664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878843"/>
            <a:ext cx="2167128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859B-DBA9-4BB7-479C-40560EA4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8EB05D-3E69-477D-AEFF-D5D6DCAA7087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A513-F0C9-F8FA-C669-BF46A41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39FDD-4FFD-2544-BC37-9493B708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ECB5A-46D6-4F70-9B86-8607672326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38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D96C039-EA9A-F260-9CCC-F37452769A1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646238" y="879475"/>
            <a:ext cx="296259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AD372A3-CE4D-8504-88CF-8510DB92A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646238" y="5121275"/>
            <a:ext cx="29625925" cy="144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F607-310C-BC04-3D9F-693FDF843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62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29C1AF41-CC20-40F6-A012-1BA22C409381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B2A8D-C6C2-1853-CDF3-85830F2E1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47438" y="20340638"/>
            <a:ext cx="10423525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 defTabSz="3135020" eaLnBrk="1" fontAlgn="auto" hangingPunct="1">
              <a:spcBef>
                <a:spcPts val="0"/>
              </a:spcBef>
              <a:spcAft>
                <a:spcPts val="0"/>
              </a:spcAft>
              <a:defRPr sz="41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846C-4EDF-CDAA-4489-77460F355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918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BDA66E30-2111-436D-8C6B-1B8110CED4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133725" rtl="0" eaLnBrk="0" fontAlgn="base" hangingPunct="0">
        <a:spcBef>
          <a:spcPct val="0"/>
        </a:spcBef>
        <a:spcAft>
          <a:spcPct val="0"/>
        </a:spcAft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2pPr>
      <a:lvl3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3pPr>
      <a:lvl4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4pPr>
      <a:lvl5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5pPr>
      <a:lvl6pPr marL="4572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6pPr>
      <a:lvl7pPr marL="9144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7pPr>
      <a:lvl8pPr marL="13716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8pPr>
      <a:lvl9pPr marL="18288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9pPr>
    </p:titleStyle>
    <p:bodyStyle>
      <a:lvl1pPr marL="1174750" indent="-1174750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350" indent="-97948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7950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481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26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5">
            <a:extLst>
              <a:ext uri="{FF2B5EF4-FFF2-40B4-BE49-F238E27FC236}">
                <a16:creationId xmlns:a16="http://schemas.microsoft.com/office/drawing/2014/main" id="{A6110D05-739F-34DF-1631-9F069DFA9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2425"/>
            <a:ext cx="25603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0" b="1">
                <a:latin typeface="Arial" panose="020B0604020202020204" pitchFamily="34" charset="0"/>
              </a:rPr>
              <a:t>Title of Your Presentation (80-96 pt font size)</a:t>
            </a:r>
          </a:p>
        </p:txBody>
      </p:sp>
      <p:sp>
        <p:nvSpPr>
          <p:cNvPr id="2051" name="TextBox 9">
            <a:extLst>
              <a:ext uri="{FF2B5EF4-FFF2-40B4-BE49-F238E27FC236}">
                <a16:creationId xmlns:a16="http://schemas.microsoft.com/office/drawing/2014/main" id="{595776BA-6670-69D7-0DDE-7C6497CD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1651000"/>
            <a:ext cx="261318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0" b="1"/>
              <a:t>Capstone Thesis Student,  Capstone Supervisor</a:t>
            </a:r>
          </a:p>
        </p:txBody>
      </p:sp>
      <p:sp>
        <p:nvSpPr>
          <p:cNvPr id="2052" name="TextBox 10">
            <a:extLst>
              <a:ext uri="{FF2B5EF4-FFF2-40B4-BE49-F238E27FC236}">
                <a16:creationId xmlns:a16="http://schemas.microsoft.com/office/drawing/2014/main" id="{5AA3DFD6-9F53-E8B7-3E62-FBC76B229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441575"/>
            <a:ext cx="261318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800" b="1"/>
              <a:t>Department, Institution, e-mail  address</a:t>
            </a:r>
          </a:p>
        </p:txBody>
      </p:sp>
      <p:sp>
        <p:nvSpPr>
          <p:cNvPr id="2053" name="TextBox 12">
            <a:extLst>
              <a:ext uri="{FF2B5EF4-FFF2-40B4-BE49-F238E27FC236}">
                <a16:creationId xmlns:a16="http://schemas.microsoft.com/office/drawing/2014/main" id="{7969E1F6-14D8-BDA1-FF19-B739FD8B4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549775"/>
            <a:ext cx="10033000" cy="6494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2863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Text should be typed  here – do not reduce smaller than 30-24 point font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One background color to unify poster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Stick to muted colors: avoid overly bright colors/contrasts </a:t>
            </a:r>
          </a:p>
          <a:p>
            <a:pPr lvl="1" indent="0"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Avoid red/green (common colorblindness)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Don’t overuse color: Stick to a theme of 2-3 colors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Be consistent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Dark letters on a light background are easiest to read in all lighting situations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054" name="TextBox 15">
            <a:extLst>
              <a:ext uri="{FF2B5EF4-FFF2-40B4-BE49-F238E27FC236}">
                <a16:creationId xmlns:a16="http://schemas.microsoft.com/office/drawing/2014/main" id="{805B76B2-3CD8-01E4-2CF5-7BE60387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2400" y="4549775"/>
            <a:ext cx="10347325" cy="16835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Text should be typed here – do not reduce smaller than 24-30 point font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Include Graphics, tables, or charts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Make large enough for viewing from at least 4 feet away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Text should support graphics, not vice versa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Use heavier lines in tables and graphs for easier viewing. Grid lines, detailed ticks on axes, data markers and grey back ground are not usually necessary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055" name="TextBox 16">
            <a:extLst>
              <a:ext uri="{FF2B5EF4-FFF2-40B4-BE49-F238E27FC236}">
                <a16:creationId xmlns:a16="http://schemas.microsoft.com/office/drawing/2014/main" id="{7795E9E1-7975-DFF7-2E9F-732C143CA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5988" y="4506913"/>
            <a:ext cx="9802812" cy="11417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Text should be typed here – do not reduce smaller than 24-30 point font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Be a careful editor!!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Proofread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Spell check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Get feedback before printing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Get feedback in time to make changes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056" name="TextBox 17">
            <a:extLst>
              <a:ext uri="{FF2B5EF4-FFF2-40B4-BE49-F238E27FC236}">
                <a16:creationId xmlns:a16="http://schemas.microsoft.com/office/drawing/2014/main" id="{B2A6B01C-9D4F-CC86-41F0-5662CF0ED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2877800"/>
            <a:ext cx="10088562" cy="8464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Text should be typed here – do not reduce smaller than 24-30 point font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Include Graphics, tables, or charts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Image files (bmp, png, jpg) should be high-quality to insure when printed large will look good!</a:t>
            </a:r>
          </a:p>
          <a:p>
            <a:pPr marL="0" lvl="1" indent="0" eaLnBrk="1" hangingPunct="1">
              <a:spcBef>
                <a:spcPct val="0"/>
              </a:spcBef>
              <a:buFontTx/>
              <a:buNone/>
            </a:pPr>
            <a:r>
              <a:rPr lang="en-CA" altLang="en-US" sz="3200"/>
              <a:t>Use images that are at least 300 dpi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057" name="TextBox 18">
            <a:extLst>
              <a:ext uri="{FF2B5EF4-FFF2-40B4-BE49-F238E27FC236}">
                <a16:creationId xmlns:a16="http://schemas.microsoft.com/office/drawing/2014/main" id="{0493C360-0C1E-3B18-48AE-A50CF4A1B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802225"/>
            <a:ext cx="9720262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Text should be typed here – do not reduce smaller than 24-30 point font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058" name="TextBox 1">
            <a:extLst>
              <a:ext uri="{FF2B5EF4-FFF2-40B4-BE49-F238E27FC236}">
                <a16:creationId xmlns:a16="http://schemas.microsoft.com/office/drawing/2014/main" id="{3006D258-17C5-0720-1A04-CDFED7939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3725863"/>
            <a:ext cx="100536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Introduction</a:t>
            </a:r>
          </a:p>
        </p:txBody>
      </p:sp>
      <p:sp>
        <p:nvSpPr>
          <p:cNvPr id="2059" name="TextBox 13">
            <a:extLst>
              <a:ext uri="{FF2B5EF4-FFF2-40B4-BE49-F238E27FC236}">
                <a16:creationId xmlns:a16="http://schemas.microsoft.com/office/drawing/2014/main" id="{AE604548-2659-5C21-478F-2AE4E4CAF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2150725"/>
            <a:ext cx="10053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Methods and Materials</a:t>
            </a:r>
          </a:p>
        </p:txBody>
      </p:sp>
      <p:sp>
        <p:nvSpPr>
          <p:cNvPr id="2060" name="TextBox 14">
            <a:extLst>
              <a:ext uri="{FF2B5EF4-FFF2-40B4-BE49-F238E27FC236}">
                <a16:creationId xmlns:a16="http://schemas.microsoft.com/office/drawing/2014/main" id="{CB7C42C9-4D79-D68A-FF31-007C1A230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0038" y="3725863"/>
            <a:ext cx="10052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Results</a:t>
            </a:r>
          </a:p>
        </p:txBody>
      </p:sp>
      <p:sp>
        <p:nvSpPr>
          <p:cNvPr id="2061" name="TextBox 19">
            <a:extLst>
              <a:ext uri="{FF2B5EF4-FFF2-40B4-BE49-F238E27FC236}">
                <a16:creationId xmlns:a16="http://schemas.microsoft.com/office/drawing/2014/main" id="{E02F9CAB-84DA-2822-521B-088095AA7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1850" y="3725863"/>
            <a:ext cx="1005363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Conclusions</a:t>
            </a:r>
          </a:p>
        </p:txBody>
      </p:sp>
      <p:sp>
        <p:nvSpPr>
          <p:cNvPr id="2062" name="TextBox 20">
            <a:extLst>
              <a:ext uri="{FF2B5EF4-FFF2-40B4-BE49-F238E27FC236}">
                <a16:creationId xmlns:a16="http://schemas.microsoft.com/office/drawing/2014/main" id="{0487CD24-6D6D-6493-1CCD-CE3D035DA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000538"/>
            <a:ext cx="10052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References</a:t>
            </a:r>
          </a:p>
        </p:txBody>
      </p:sp>
      <p:pic>
        <p:nvPicPr>
          <p:cNvPr id="2063" name="图片 3" descr="Kean_Seal-2018">
            <a:extLst>
              <a:ext uri="{FF2B5EF4-FFF2-40B4-BE49-F238E27FC236}">
                <a16:creationId xmlns:a16="http://schemas.microsoft.com/office/drawing/2014/main" id="{BFE63F41-966B-EBF1-A6C0-18D7F6398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57200"/>
            <a:ext cx="3000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261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Z.  Luna</dc:creator>
  <cp:lastModifiedBy>上豪 邹</cp:lastModifiedBy>
  <cp:revision>11</cp:revision>
  <dcterms:created xsi:type="dcterms:W3CDTF">2013-01-23T15:34:07Z</dcterms:created>
  <dcterms:modified xsi:type="dcterms:W3CDTF">2026-04-21T13:42:21Z</dcterms:modified>
</cp:coreProperties>
</file>